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349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7562088" cy="5340096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0"/>
            <a:ext cx="914400" cy="13716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664768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DOSSIER PROJET</a:t>
            </a:r>
            <a:br/>
            <a:r>
              <a:t>TITRE PROFESSIONNEL</a:t>
            </a:r>
            <a:br/>
            <a:r>
              <a:t>DÉVELOPPEUR WEB ET WEB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0990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FFFFFF"/>
                </a:solidFill>
                <a:latin typeface="Segoe UI Light"/>
              </a:defRPr>
            </a:pPr>
            <a:r>
              <a:t>PARTIE 2 : DÉVELOPPEMENT BACKEND</a:t>
            </a:r>
          </a:p>
          <a:p>
            <a:pPr algn="ctr">
              <a:spcAft>
                <a:spcPts val="800"/>
              </a:spcAft>
              <a:defRPr sz="1600">
                <a:solidFill>
                  <a:srgbClr val="FFFFFF"/>
                </a:solidFill>
                <a:latin typeface="Segoe UI Light"/>
              </a:defRPr>
            </a:pPr>
          </a:p>
          <a:p>
            <a:pPr algn="ctr">
              <a:spcAft>
                <a:spcPts val="800"/>
              </a:spcAft>
              <a:defRPr sz="1600">
                <a:solidFill>
                  <a:srgbClr val="FFFFFF"/>
                </a:solidFill>
                <a:latin typeface="Segoe UI Light"/>
              </a:defRPr>
            </a:pPr>
            <a:r>
              <a:t>Philippe BARBOSA</a:t>
            </a:r>
          </a:p>
          <a:p>
            <a:pPr algn="ctr">
              <a:spcAft>
                <a:spcPts val="800"/>
              </a:spcAft>
              <a:defRPr sz="1600">
                <a:solidFill>
                  <a:srgbClr val="FFFFFF"/>
                </a:solidFill>
                <a:latin typeface="Segoe UI Light"/>
              </a:defRPr>
            </a:pPr>
            <a:r>
              <a:t>Novembre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Développement Backend - CoolBooking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4A853"/>
                </a:solidFill>
                <a:latin typeface="Segoe UI"/>
              </a:defRPr>
            </a:pPr>
            <a:r>
              <a:t>🎯 Contexte du projet backend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Pour la partie backend de ce dossier, j'utilise le projet CoolBooking avec une base de données relationnelle MariaDB.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34A853"/>
                </a:solidFill>
                <a:latin typeface="Segoe UI"/>
              </a:defRPr>
            </a:pPr>
            <a:r>
              <a:t>💡 Pourquoi CoolBooking pour le backend ?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Le projet APD (stage) utilise Strapi qui génère automatiquement l'API REST. Pour démontrer ma capacité à développer un backend complet de A à Z, j'ai choisi de présenter CoolBooking où j'ai implémenté :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Architecture backend Express personnalisée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Base de données relationnelle MariaDB avec modélisation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Système d'authentification JWT complet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Repository pattern pour l'abstraction des données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Validation des données avec Joi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Upload de fichiers avec Cloudinary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34A853"/>
                </a:solidFill>
                <a:latin typeface="Segoe UI"/>
              </a:defRPr>
            </a:pPr>
            <a:r>
              <a:t>📋 Rappel du projet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Plateforme de location immobilière mettant en relation propriétaires et locataires.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Fonctionnalités : Authentification, Gestion annonces, Upload images, Messagerie, Favoris.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7562088" cy="154533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664768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>
                <a:solidFill>
                  <a:srgbClr val="505050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6647688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ARCHITECTURE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Stack Technique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C4043"/>
                </a:solidFill>
                <a:latin typeface="Segoe UI"/>
              </a:defRPr>
            </a:pPr>
            <a:r>
              <a:t>🛠️ Technologies et outils utilisés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 b="1">
                <a:solidFill>
                  <a:srgbClr val="34A853"/>
                </a:solidFill>
                <a:latin typeface="Segoe UI"/>
              </a:defRPr>
            </a:pPr>
            <a:r>
              <a:t>Express.js 5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Framework Node.js minimaliste et flexible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Gestion des routes, middlewares et controllers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 b="1">
                <a:solidFill>
                  <a:srgbClr val="34A853"/>
                </a:solidFill>
                <a:latin typeface="Segoe UI"/>
              </a:defRPr>
            </a:pPr>
            <a:r>
              <a:t>MariaDB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Base de données relationnelle (fork de MySQL)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Pilote mysql2 pour Node.js avec Promises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Connection pooling pour les performances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 b="1">
                <a:solidFill>
                  <a:srgbClr val="34A853"/>
                </a:solidFill>
                <a:latin typeface="Segoe UI"/>
              </a:defRPr>
            </a:pPr>
            <a:r>
              <a:t>JWT (JSON Web Tokens)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Authentification stateless avec tokens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Stockage sécurisé dans cookies HttpOnly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 b="1">
                <a:solidFill>
                  <a:srgbClr val="34A853"/>
                </a:solidFill>
                <a:latin typeface="Segoe UI"/>
              </a:defRPr>
            </a:pPr>
            <a:r>
              <a:t>Argon2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Algorithme de hachage moderne pour les mots de passe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Plus sécurisé que bcrypt (vainqueur Password Hashing Competition)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 b="1">
                <a:solidFill>
                  <a:srgbClr val="34A853"/>
                </a:solidFill>
                <a:latin typeface="Segoe UI"/>
              </a:defRPr>
            </a:pPr>
            <a:r>
              <a:t>Joi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Validation des données côté serveur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Schemas de validation réutilisables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 b="1">
                <a:solidFill>
                  <a:srgbClr val="34A853"/>
                </a:solidFill>
                <a:latin typeface="Segoe UI"/>
              </a:defRPr>
            </a:pPr>
            <a:r>
              <a:t>Cloudinary + Multer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Upload et stockage d'images dans le cloud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Multer pour la gestion multipart/form-data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Architecture Backend -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C4043"/>
                </a:solidFill>
                <a:latin typeface="Segoe UI"/>
              </a:defRPr>
            </a:pPr>
            <a:r>
              <a:t>📁 Structure du projet backend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J'ai organisé le backend selon le pattern MVC + Repository :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300" b="1">
                <a:solidFill>
                  <a:srgbClr val="3C4043"/>
                </a:solidFill>
                <a:latin typeface="Courier New"/>
              </a:defRPr>
            </a:pPr>
            <a:r>
              <a:t>back-coolbooking-mariaDB/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├── app.js                    → Point d'entrée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├── routes/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├── users.router.js       → Routes utilisateurs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└── rentals.router.js     → Routes annonces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├── users/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├── users.controller.js   → Logique métier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├── users.service.js      → Services métier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└── users.repository.js   → Accès base de données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├── rentals/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├── rentals.controller.js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├── rentals.service.js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└── rentals.repository.js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├── authentication/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└── authentication.js     → JWT &amp; Argon2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├── validation/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│   └── users.validation.js   → Schemas Joi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└── config/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    ├── db.js                 → Connexion MariaDB</a:t>
            </a:r>
          </a:p>
          <a:p>
            <a:pPr lvl="2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    └── cloudinary.js         → Config Cloudinary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Point d'Entrée - app.js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J'ai structuré le serveur Express avec une configuration claire : middlewares globaux, routes modulaires et gestion d'erreurs centralisée.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// app.js</a:t>
            </a:r>
            <a:br/>
            <a:r>
              <a:t>import dotenv from "dotenv";</a:t>
            </a:r>
            <a:br/>
            <a:r>
              <a:t>import express from "express";</a:t>
            </a:r>
            <a:br/>
            <a:r>
              <a:t>import users_router from "./routes/users.router.js";</a:t>
            </a:r>
            <a:br/>
            <a:r>
              <a:t>import rentals_router from "./routes/rentals.router.js";</a:t>
            </a:r>
            <a:br/>
            <a:r>
              <a:t>import cookieParser from "cookie-parser";</a:t>
            </a:r>
            <a:br/>
            <a:r>
              <a:t>import cors from "cors";</a:t>
            </a:r>
            <a:br/>
            <a:br/>
            <a:r>
              <a:t>dotenv.config();</a:t>
            </a:r>
            <a:br/>
            <a:br/>
            <a:r>
              <a:t>const app = express();</a:t>
            </a:r>
            <a:br/>
            <a:r>
              <a:t>const port = 3000;</a:t>
            </a:r>
            <a:br/>
            <a:br/>
            <a:r>
              <a:t>// Middlewares globaux</a:t>
            </a:r>
            <a:br/>
            <a:r>
              <a:t>app.use(cors());</a:t>
            </a:r>
            <a:br/>
            <a:r>
              <a:t>app.use(express.json());</a:t>
            </a:r>
            <a:br/>
            <a:r>
              <a:t>app.use(cookieParser());</a:t>
            </a:r>
            <a:br/>
            <a:br/>
            <a:r>
              <a:t>// Routes</a:t>
            </a:r>
            <a:br/>
            <a:r>
              <a:t>app.use("/users", users_router);</a:t>
            </a:r>
            <a:br/>
            <a:r>
              <a:t>app.use("/rentals", rentals_router);</a:t>
            </a:r>
            <a:br/>
            <a:br/>
            <a:r>
              <a:t>// Middleware de gestion d'erreurs global</a:t>
            </a:r>
            <a:br/>
            <a:r>
              <a:t>app.use((err, req, res, next) =&gt; {</a:t>
            </a:r>
            <a:br/>
            <a:r>
              <a:t>  console.error("Erreur attrapée :", err.message);</a:t>
            </a:r>
            <a:br/>
            <a:r>
              <a:t>  res.status(400).json({ message: err.message });</a:t>
            </a:r>
            <a:br/>
            <a:r>
              <a:t>});</a:t>
            </a:r>
            <a:br/>
            <a:br/>
            <a:r>
              <a:t>app.listen(port, () =&gt; {</a:t>
            </a:r>
            <a:br/>
            <a:r>
              <a:t>  console.log("localhost connected");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7562088" cy="154533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664768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>
                <a:solidFill>
                  <a:srgbClr val="505050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6647688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BASE DE DONNÉES MARIADB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Configuration 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J'ai créé un pool de connexions pour optimiser les performances et une fonction query() réutilisable pour toutes les opérations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// config/db.js</a:t>
            </a:r>
            <a:br/>
            <a:r>
              <a:t>import mysql from "mysql2/promise";</a:t>
            </a:r>
            <a:br/>
            <a:r>
              <a:t>import dotenv from "dotenv";</a:t>
            </a:r>
            <a:br/>
            <a:r>
              <a:t>dotenv.config();</a:t>
            </a:r>
            <a:br/>
            <a:br/>
            <a:r>
              <a:t>// Connection pool pour optimiser les performances</a:t>
            </a:r>
            <a:br/>
            <a:r>
              <a:t>const pool = mysql.createPool({</a:t>
            </a:r>
            <a:br/>
            <a:r>
              <a:t>  host: process.env.DB_HOST,</a:t>
            </a:r>
            <a:br/>
            <a:r>
              <a:t>  user: process.env.DB_USER,</a:t>
            </a:r>
            <a:br/>
            <a:r>
              <a:t>  password: process.env.DB_PASS,</a:t>
            </a:r>
            <a:br/>
            <a:r>
              <a:t>  database: process.env.DB_NAME,</a:t>
            </a:r>
            <a:br/>
            <a:r>
              <a:t>  connectionLimit: 10,</a:t>
            </a:r>
            <a:br/>
            <a:r>
              <a:t>});</a:t>
            </a:r>
            <a:br/>
            <a:br/>
            <a:r>
              <a:t>// Fonction utilitaire pour toutes les requêtes SQL</a:t>
            </a:r>
            <a:br/>
            <a:r>
              <a:t>export async function query(sql, params = []) {</a:t>
            </a:r>
            <a:br/>
            <a:r>
              <a:t>  let conn;</a:t>
            </a:r>
            <a:br/>
            <a:r>
              <a:t>  try {</a:t>
            </a:r>
            <a:br/>
            <a:r>
              <a:t>    conn = await pool.getConnection();</a:t>
            </a:r>
            <a:br/>
            <a:r>
              <a:t>    console.log("Connexion à la base établie avec succès");</a:t>
            </a:r>
            <a:br/>
            <a:br/>
            <a:r>
              <a:t>    const [rows] = await conn.query(sql, params);</a:t>
            </a:r>
            <a:br/>
            <a:r>
              <a:t>    return [rows];</a:t>
            </a:r>
            <a:br/>
            <a:r>
              <a:t>  } catch (err) {</a:t>
            </a:r>
            <a:br/>
            <a:r>
              <a:t>    console.error(</a:t>
            </a:r>
            <a:br/>
            <a:r>
              <a:t>      "Erreur lors de la connexion ou de la requête :",</a:t>
            </a:r>
            <a:br/>
            <a:r>
              <a:t>      err.message</a:t>
            </a:r>
            <a:br/>
            <a:r>
              <a:t>    );</a:t>
            </a:r>
            <a:br/>
            <a:r>
              <a:t>    throw err;</a:t>
            </a:r>
            <a:br/>
            <a:r>
              <a:t>  } finally {</a:t>
            </a:r>
            <a:br/>
            <a:r>
              <a:t>    if (conn) conn.release();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Modélisation 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C4043"/>
                </a:solidFill>
                <a:latin typeface="Segoe UI"/>
              </a:defRPr>
            </a:pPr>
            <a:r>
              <a:t>📊 Schéma de la base de données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Table users :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id (INT, AUTO_INCREMENT, PRIMARY KEY)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avatar (VARCHAR) - URL Cloudinary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role (ENUM: owner, tenant)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name (VARCHAR)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firstname (VARCHAR)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phone (VARCHAR)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email (VARCHAR, UNIQUE)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password (VARCHAR) - Hash Argon2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created_at (TIMESTAMP)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updated_at (TIMESTAMP)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Table rentals :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id (INT, AUTO_INCREMENT, PRIMARY KEY)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owner_id (INT, FOREIGN KEY → users.id)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title (VARCHAR)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description (TEXT)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address, city, zip_code (VARCHAR)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price (DECIMAL)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beds (INT)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images (JSON) - URLs Cloudinary</a:t>
            </a:r>
          </a:p>
          <a:p>
            <a:pPr lvl="1">
              <a:spcAft>
                <a:spcPts val="800"/>
              </a:spcAft>
              <a:defRPr sz="1100">
                <a:solidFill>
                  <a:srgbClr val="3C4043"/>
                </a:solidFill>
                <a:latin typeface="Courier New"/>
              </a:defRPr>
            </a:pPr>
            <a:r>
              <a:t>created_at, updated_at (TIMESTAMP)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Repository Pattern - Principe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C4043"/>
                </a:solidFill>
                <a:latin typeface="Segoe UI"/>
              </a:defRPr>
            </a:pPr>
            <a:r>
              <a:t>🏗️ Architecture en couches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J'ai implémenté le Repository Pattern pour séparer la logique métier de l'accès aux données :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1. Controller (users.controller.js)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Gère les requêtes HTTP et les réponses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Valide les données avec Joi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Appelle les services métier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2. Service (users.service.js)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Contient la logique métier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Appelle le repository pour les données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Transforme/enrichit les données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3. Repository (users.repository.js)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Abstraction de l'accès aux données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Exécute les requêtes SQL</a:t>
            </a:r>
          </a:p>
          <a:p>
            <a:pPr lvl="1"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→ Retourne des objets JavaScript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C4043"/>
                </a:solidFill>
                <a:latin typeface="Segoe UI"/>
              </a:defRPr>
            </a:pPr>
            <a:r>
              <a:t>✅ Avantages :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Séparation des responsabilités (Single Responsibility Principle)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Testabilité accrue (mock des repositories)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Maintenance facilitée (changement de BDD plus simple)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Repository Pattern - users.repository.js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Le repository encapsule toutes les opérations SQL liées aux utilisateurs. Il utilise des requêtes paramétrées pour éviter les injections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// users/users.repository.js</a:t>
            </a:r>
            <a:br/>
            <a:r>
              <a:t>import { query } from "../config/db.js";</a:t>
            </a:r>
            <a:br/>
            <a:br/>
            <a:r>
              <a:t>const validRoles = ["owner", "tenant"];</a:t>
            </a:r>
            <a:br/>
            <a:br/>
            <a:r>
              <a:t>class UserRepository {</a:t>
            </a:r>
            <a:br/>
            <a:r>
              <a:t>  async getAllUsers() {</a:t>
            </a:r>
            <a:br/>
            <a:r>
              <a:t>    const [rows] = await query(</a:t>
            </a:r>
            <a:br/>
            <a:r>
              <a:t>      "SELECT id, avatar, role, name, firstname, phone, email FROM users"</a:t>
            </a:r>
            <a:br/>
            <a:r>
              <a:t>    );</a:t>
            </a:r>
            <a:br/>
            <a:r>
              <a:t>    return rows;</a:t>
            </a:r>
            <a:br/>
            <a:r>
              <a:t>  }</a:t>
            </a:r>
            <a:br/>
            <a:br/>
            <a:r>
              <a:t>  async getUserById(id) {</a:t>
            </a:r>
            <a:br/>
            <a:r>
              <a:t>    const [rows] = await query(</a:t>
            </a:r>
            <a:br/>
            <a:r>
              <a:t>      "SELECT id, avatar, role, name, firstname, phone, email FROM users WHERE id = ?",</a:t>
            </a:r>
            <a:br/>
            <a:r>
              <a:t>      [id]</a:t>
            </a:r>
            <a:br/>
            <a:r>
              <a:t>    );</a:t>
            </a:r>
            <a:br/>
            <a:r>
              <a:t>    return rows[0];</a:t>
            </a:r>
            <a:br/>
            <a:r>
              <a:t>  }</a:t>
            </a:r>
            <a:br/>
            <a:br/>
            <a:r>
              <a:t>  async createUser({ avatar, role, name, firstname, phone, email, password }) {</a:t>
            </a:r>
            <a:br/>
            <a:r>
              <a:t>    // Vérification email unique</a:t>
            </a:r>
            <a:br/>
            <a:r>
              <a:t>    const [existing] = await query("SELECT id FROM users WHERE email = ?", [email]);</a:t>
            </a:r>
            <a:br/>
            <a:r>
              <a:t>    if (existing.length) throw new Error("Email déjà utilisé");</a:t>
            </a:r>
            <a:br/>
            <a:br/>
            <a:r>
              <a:t>    const [result] = await query(</a:t>
            </a:r>
            <a:br/>
            <a:r>
              <a:t>      "INSERT INTO users (avatar, role, name, firstname, phone, email, password) VALUES (?, ?, ?, ?, ?, ?, ?)",</a:t>
            </a:r>
            <a:br/>
            <a:r>
              <a:t>      [avatar, role, name, firstname, phone, email, password]</a:t>
            </a:r>
            <a:br/>
            <a:r>
              <a:t>    );</a:t>
            </a:r>
            <a:br/>
            <a:br/>
            <a:r>
              <a:t>    return {</a:t>
            </a:r>
            <a:br/>
            <a:r>
              <a:t>      id: Number(result.insertId),</a:t>
            </a:r>
            <a:br/>
            <a:r>
              <a:t>      avatar, role, name, firstname, phone, email,</a:t>
            </a:r>
            <a:br/>
            <a:r>
              <a:t>      created_at: new Date(),</a:t>
            </a:r>
            <a:br/>
            <a:r>
              <a:t>      updated_at: new Date(),</a:t>
            </a:r>
            <a:br/>
            <a:r>
              <a:t>    };</a:t>
            </a:r>
            <a:br/>
            <a:r>
              <a:t>  }</a:t>
            </a:r>
            <a:br/>
            <a:br/>
            <a:r>
              <a:t>  async updateUser(id, update) {</a:t>
            </a:r>
            <a:br/>
            <a:r>
              <a:t>    const fields = [];</a:t>
            </a:r>
            <a:br/>
            <a:r>
              <a:t>    const values = [];</a:t>
            </a:r>
            <a:br/>
            <a:br/>
            <a:r>
              <a:t>    for (const key in update) {</a:t>
            </a:r>
            <a:br/>
            <a:r>
              <a:t>      fields.push(`${key} = ?`);</a:t>
            </a:r>
            <a:br/>
            <a:r>
              <a:t>      values.push(update[key]);</a:t>
            </a:r>
            <a:br/>
            <a:r>
              <a:t>    }</a:t>
            </a:r>
            <a:br/>
            <a:r>
              <a:t>    values.push(id);</a:t>
            </a:r>
            <a:br/>
            <a:br/>
            <a:r>
              <a:t>    const [result] = await query(</a:t>
            </a:r>
            <a:br/>
            <a:r>
              <a:t>      `UPDATE users SET ${fields.join(", ")} WHERE id = ?`,</a:t>
            </a:r>
            <a:br/>
            <a:r>
              <a:t>      values</a:t>
            </a:r>
            <a:br/>
            <a:r>
              <a:t>    );</a:t>
            </a:r>
            <a:br/>
            <a:br/>
            <a:r>
              <a:t>    return result.affectedRows ? await this.getUserById(id) : null;</a:t>
            </a:r>
            <a:br/>
            <a:r>
              <a:t>  }</a:t>
            </a:r>
            <a:br/>
            <a:br/>
            <a:r>
              <a:t>  async deleteUser(id) {</a:t>
            </a:r>
            <a:br/>
            <a:r>
              <a:t>    const [result] = await query("DELETE FROM users WHERE id = ?", [id]);</a:t>
            </a:r>
            <a:br/>
            <a:r>
              <a:t>    return result.affectedRows &gt; 0;</a:t>
            </a:r>
            <a:br/>
            <a:r>
              <a:t>  }</a:t>
            </a:r>
            <a:br/>
            <a:r>
              <a:t>}</a:t>
            </a:r>
            <a:br/>
            <a:br/>
            <a:r>
              <a:t>export default new UserRepository();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7562088" cy="154533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664768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>
                <a:solidFill>
                  <a:srgbClr val="505050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6647688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AUTHENTIFICATION &amp; SÉCURITÉ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Authentification JWT - Connexion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J'ai implémenté l'authentification avec JWT stocké dans un cookie HttpOnly pour se protéger contre les attaques XSS. Le mot de passe est vérifié avec Argon2.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// authentication/authentication.js</a:t>
            </a:r>
            <a:br/>
            <a:r>
              <a:t>import jwt from "jsonwebtoken";</a:t>
            </a:r>
            <a:br/>
            <a:r>
              <a:t>import argon2 from "argon2";</a:t>
            </a:r>
            <a:br/>
            <a:r>
              <a:t>import { query } from "../config/db.js";</a:t>
            </a:r>
            <a:br/>
            <a:br/>
            <a:r>
              <a:t>// Vérifie les identifiants et renvoie un token + infos utilisateur</a:t>
            </a:r>
            <a:br/>
            <a:r>
              <a:t>export async function verifyPassword(req, res) {</a:t>
            </a:r>
            <a:br/>
            <a:r>
              <a:t>  try {</a:t>
            </a:r>
            <a:br/>
            <a:r>
              <a:t>    const { email, password } = req.body;</a:t>
            </a:r>
            <a:br/>
            <a:br/>
            <a:r>
              <a:t>    const [rows] = await query("SELECT * FROM users WHERE email = ?", [email]);</a:t>
            </a:r>
            <a:br/>
            <a:r>
              <a:t>    const user = rows[0];</a:t>
            </a:r>
            <a:br/>
            <a:br/>
            <a:r>
              <a:t>    if (!user) {</a:t>
            </a:r>
            <a:br/>
            <a:r>
              <a:t>      return res.status(401).json({ message: "Utilisateur non trouvé" });</a:t>
            </a:r>
            <a:br/>
            <a:r>
              <a:t>    }</a:t>
            </a:r>
            <a:br/>
            <a:br/>
            <a:r>
              <a:t>    // Vérification du mot de passe avec Argon2</a:t>
            </a:r>
            <a:br/>
            <a:r>
              <a:t>    const isValid = await argon2.verify(user.password, password);</a:t>
            </a:r>
            <a:br/>
            <a:br/>
            <a:r>
              <a:t>    if (!isValid) {</a:t>
            </a:r>
            <a:br/>
            <a:r>
              <a:t>      return res.status(401).json({ message: "Mot de passe incorrect" });</a:t>
            </a:r>
            <a:br/>
            <a:r>
              <a:t>    }</a:t>
            </a:r>
            <a:br/>
            <a:br/>
            <a:r>
              <a:t>    // Génération du token JWT</a:t>
            </a:r>
            <a:br/>
            <a:r>
              <a:t>    const token = jwt.sign({ id: user.id }, process.env.JWT_SECRET, {</a:t>
            </a:r>
            <a:br/>
            <a:r>
              <a:t>      expiresIn: "1d",</a:t>
            </a:r>
            <a:br/>
            <a:r>
              <a:t>    });</a:t>
            </a:r>
            <a:br/>
            <a:br/>
            <a:r>
              <a:t>    // Envoi du token dans un cookie HttpOnly (protection XSS)</a:t>
            </a:r>
            <a:br/>
            <a:r>
              <a:t>    res.cookie("token", token, {</a:t>
            </a:r>
            <a:br/>
            <a:r>
              <a:t>      httpOnly: true,</a:t>
            </a:r>
            <a:br/>
            <a:r>
              <a:t>      secure: process.env.NODE_ENV === "production",</a:t>
            </a:r>
            <a:br/>
            <a:r>
              <a:t>      sameSite: "Strict",</a:t>
            </a:r>
            <a:br/>
            <a:r>
              <a:t>    });</a:t>
            </a:r>
            <a:br/>
            <a:br/>
            <a:r>
              <a:t>    // Réponse avec les infos utilisateur (sans mot de passe)</a:t>
            </a:r>
            <a:br/>
            <a:r>
              <a:t>    res.status(200).json({</a:t>
            </a:r>
            <a:br/>
            <a:r>
              <a:t>      id: user.id,</a:t>
            </a:r>
            <a:br/>
            <a:r>
              <a:t>      firstname: user.firstname,</a:t>
            </a:r>
            <a:br/>
            <a:r>
              <a:t>      role: user.role,</a:t>
            </a:r>
            <a:br/>
            <a:r>
              <a:t>      avatar: user.avatar,</a:t>
            </a:r>
            <a:br/>
            <a:r>
              <a:t>    });</a:t>
            </a:r>
            <a:br/>
            <a:r>
              <a:t>  } catch (err) {</a:t>
            </a:r>
            <a:br/>
            <a:r>
              <a:t>    console.error("Erreur dans verifyPassword :", err.message);</a:t>
            </a:r>
            <a:br/>
            <a:r>
              <a:t>    res.status(500).json({ message: "Erreur interne" });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Middleware de Protection - verifyToken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Le middleware verifyToken protège les routes privées en vérifiant la validité du JWT. Il attache les infos utilisateur à l'objet req pour les routes suivantes.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// authentication/authentication.js (suite)</a:t>
            </a:r>
            <a:br/>
            <a:br/>
            <a:r>
              <a:t>// Vérifie le token JWT dans les cookies</a:t>
            </a:r>
            <a:br/>
            <a:r>
              <a:t>export async function verifyToken(req, res, next) {</a:t>
            </a:r>
            <a:br/>
            <a:r>
              <a:t>  const token = req.cookies.token;</a:t>
            </a:r>
            <a:br/>
            <a:br/>
            <a:r>
              <a:t>  if (!token) {</a:t>
            </a:r>
            <a:br/>
            <a:r>
              <a:t>    return res.status(401).send("Accès interdit, token manquant.");</a:t>
            </a:r>
            <a:br/>
            <a:r>
              <a:t>  }</a:t>
            </a:r>
            <a:br/>
            <a:br/>
            <a:r>
              <a:t>  try {</a:t>
            </a:r>
            <a:br/>
            <a:r>
              <a:t>    const decoded = jwt.verify(token, process.env.JWT_SECRET);</a:t>
            </a:r>
            <a:br/>
            <a:br/>
            <a:r>
              <a:t>    const [rows] = await query("SELECT firstname FROM users WHERE id = ?", [</a:t>
            </a:r>
            <a:br/>
            <a:r>
              <a:t>      decoded.id,</a:t>
            </a:r>
            <a:br/>
            <a:r>
              <a:t>    ]);</a:t>
            </a:r>
            <a:br/>
            <a:r>
              <a:t>    const user = rows[0];</a:t>
            </a:r>
            <a:br/>
            <a:br/>
            <a:r>
              <a:t>    if (!user) {</a:t>
            </a:r>
            <a:br/>
            <a:r>
              <a:t>      return res.status(401).send("Utilisateur non trouvé ou supprimé.");</a:t>
            </a:r>
            <a:br/>
            <a:r>
              <a:t>    }</a:t>
            </a:r>
            <a:br/>
            <a:br/>
            <a:r>
              <a:t>    req.user = user;</a:t>
            </a:r>
            <a:br/>
            <a:r>
              <a:t>    next();</a:t>
            </a:r>
            <a:br/>
            <a:r>
              <a:t>  } catch (err) {</a:t>
            </a:r>
            <a:br/>
            <a:r>
              <a:t>    console.error("Erreur lors de la vérification du token :", err.message);</a:t>
            </a:r>
            <a:br/>
            <a:r>
              <a:t>    return res.status(403).send("Token invalide ou expiré.");</a:t>
            </a:r>
            <a:br/>
            <a:r>
              <a:t>  }</a:t>
            </a:r>
            <a:br/>
            <a:r>
              <a:t>}</a:t>
            </a:r>
            <a:br/>
            <a:br/>
            <a:r>
              <a:t>// Déconnecte l'utilisateur en supprimant le cookie</a:t>
            </a:r>
            <a:br/>
            <a:r>
              <a:t>export async function clearCookie(req, res) {</a:t>
            </a:r>
            <a:br/>
            <a:r>
              <a:t>  res.clearCookie("token", {</a:t>
            </a:r>
            <a:br/>
            <a:r>
              <a:t>    httpOnly: true,</a:t>
            </a:r>
            <a:br/>
            <a:r>
              <a:t>  });</a:t>
            </a:r>
            <a:br/>
            <a:r>
              <a:t>  res.status(200).send("Utilisateur déconnecté");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Validation des Données - Joi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J'ai créé des schemas Joi réutilisables pour valider les données côté serveur. Joi permet de définir des règles complexes avec des messages d'erreur personnalisés.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// validation/users.validation.js</a:t>
            </a:r>
            <a:br/>
            <a:r>
              <a:t>import Joi from "joi";</a:t>
            </a:r>
            <a:br/>
            <a:br/>
            <a:r>
              <a:t>const validRoles = ["owner", "tenant"];</a:t>
            </a:r>
            <a:br/>
            <a:br/>
            <a:r>
              <a:t>export const createUserSchema = Joi.object({</a:t>
            </a:r>
            <a:br/>
            <a:r>
              <a:t>  avatar: Joi.string().uri().optional().messages({</a:t>
            </a:r>
            <a:br/>
            <a:r>
              <a:t>    "string.uri": "L'URL de l'avatar n'est pas valide",</a:t>
            </a:r>
            <a:br/>
            <a:r>
              <a:t>  }),</a:t>
            </a:r>
            <a:br/>
            <a:br/>
            <a:r>
              <a:t>  role: Joi.string()</a:t>
            </a:r>
            <a:br/>
            <a:r>
              <a:t>    .valid(...validRoles)</a:t>
            </a:r>
            <a:br/>
            <a:r>
              <a:t>    .required()</a:t>
            </a:r>
            <a:br/>
            <a:r>
              <a:t>    .messages({</a:t>
            </a:r>
            <a:br/>
            <a:r>
              <a:t>      "any.required": "Le rôle est requis",</a:t>
            </a:r>
            <a:br/>
            <a:r>
              <a:t>      "any.only": `Le rôle doit être soit : ${validRoles.join(" ou ")}`,</a:t>
            </a:r>
            <a:br/>
            <a:r>
              <a:t>    }),</a:t>
            </a:r>
            <a:br/>
            <a:br/>
            <a:r>
              <a:t>  name: Joi.string().min(2).max(30).required().messages({</a:t>
            </a:r>
            <a:br/>
            <a:r>
              <a:t>    "string.min": "Le nom doit contenir au moins 2 caractères",</a:t>
            </a:r>
            <a:br/>
            <a:r>
              <a:t>    "any.required": "Le nom est requis",</a:t>
            </a:r>
            <a:br/>
            <a:r>
              <a:t>  }),</a:t>
            </a:r>
            <a:br/>
            <a:br/>
            <a:r>
              <a:t>  email: Joi.string().email().required().messages({</a:t>
            </a:r>
            <a:br/>
            <a:r>
              <a:t>    "string.email": "L'adresse e-mail doit être valide",</a:t>
            </a:r>
            <a:br/>
            <a:r>
              <a:t>    "any.required": "L'e-mail est requis",</a:t>
            </a:r>
            <a:br/>
            <a:r>
              <a:t>  }),</a:t>
            </a:r>
            <a:br/>
            <a:br/>
            <a:r>
              <a:t>  password: Joi.string().min(6).required().messages({</a:t>
            </a:r>
            <a:br/>
            <a:r>
              <a:t>    "string.min": "Le mot de passe doit contenir au moins 6 caractères",</a:t>
            </a:r>
            <a:br/>
            <a:r>
              <a:t>    "any.required": "Le mot de passe est requis",</a:t>
            </a:r>
            <a:br/>
            <a:r>
              <a:t>  }),</a:t>
            </a:r>
            <a:br/>
            <a:br/>
            <a:r>
              <a:t>  confirmpassword: Joi.string().valid(Joi.ref("password")).messages({</a:t>
            </a:r>
            <a:br/>
            <a:r>
              <a:t>    "any.only": "Les mots de passe doivent correspondre",</a:t>
            </a:r>
            <a:br/>
            <a:r>
              <a:t>  }),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Controller - users.controller.js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Le controller valide les données avec Joi, gère l'upload d'images sur Cloudinary, puis délègue la création au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// users/users.controller.js</a:t>
            </a:r>
            <a:br/>
            <a:r>
              <a:t>import userService from "./users.service.js";</a:t>
            </a:r>
            <a:br/>
            <a:r>
              <a:t>import cloudinary from "../config/cloudinary.js";</a:t>
            </a:r>
            <a:br/>
            <a:r>
              <a:t>import fs from "fs";</a:t>
            </a:r>
            <a:br/>
            <a:r>
              <a:t>import { createUserSchema, updateUserSchema } from "../validation/users.validation.js";</a:t>
            </a:r>
            <a:br/>
            <a:br/>
            <a:r>
              <a:t>class UserController {</a:t>
            </a:r>
            <a:br/>
            <a:r>
              <a:t>  constructor(userService) {</a:t>
            </a:r>
            <a:br/>
            <a:r>
              <a:t>    this.userService = userService;</a:t>
            </a:r>
            <a:br/>
            <a:r>
              <a:t>  }</a:t>
            </a:r>
            <a:br/>
            <a:br/>
            <a:r>
              <a:t>  createUser = async (req, res, next) =&gt; {</a:t>
            </a:r>
            <a:br/>
            <a:r>
              <a:t>    try {</a:t>
            </a:r>
            <a:br/>
            <a:r>
              <a:t>      // Validation Joi</a:t>
            </a:r>
            <a:br/>
            <a:r>
              <a:t>      const { error } = createUserSchema.validate(req.body);</a:t>
            </a:r>
            <a:br/>
            <a:r>
              <a:t>      if (error) throw new Error("Validation échouée : " + error.details[0].message);</a:t>
            </a:r>
            <a:br/>
            <a:br/>
            <a:r>
              <a:t>      let avatarUrl;</a:t>
            </a:r>
            <a:br/>
            <a:br/>
            <a:r>
              <a:t>      // Upload avatar sur Cloudinary si présent</a:t>
            </a:r>
            <a:br/>
            <a:r>
              <a:t>      if (req.file) {</a:t>
            </a:r>
            <a:br/>
            <a:r>
              <a:t>        const result = await cloudinary.uploader.upload(req.file.path, {</a:t>
            </a:r>
            <a:br/>
            <a:r>
              <a:t>          folder: "avatars",</a:t>
            </a:r>
            <a:br/>
            <a:r>
              <a:t>          transformation: [{ width: 300, height: 300, crop: "fill" }],</a:t>
            </a:r>
            <a:br/>
            <a:r>
              <a:t>        });</a:t>
            </a:r>
            <a:br/>
            <a:r>
              <a:t>        avatarUrl = result.secure_url;</a:t>
            </a:r>
            <a:br/>
            <a:r>
              <a:t>        fs.unlinkSync(req.file.path); // Supprimer fichier temporaire</a:t>
            </a:r>
            <a:br/>
            <a:r>
              <a:t>      } else {</a:t>
            </a:r>
            <a:br/>
            <a:r>
              <a:t>        avatarUrl = "https://res.cloudinary.com/.../default.png";</a:t>
            </a:r>
            <a:br/>
            <a:r>
              <a:t>      }</a:t>
            </a:r>
            <a:br/>
            <a:br/>
            <a:r>
              <a:t>      const userData = {</a:t>
            </a:r>
            <a:br/>
            <a:r>
              <a:t>        ...req.body,</a:t>
            </a:r>
            <a:br/>
            <a:r>
              <a:t>        avatar: avatarUrl,</a:t>
            </a:r>
            <a:br/>
            <a:r>
              <a:t>      };</a:t>
            </a:r>
            <a:br/>
            <a:br/>
            <a:r>
              <a:t>      const newUser = await this.userService.createUser(userData);</a:t>
            </a:r>
            <a:br/>
            <a:r>
              <a:t>      res.status(201).json(newUser);</a:t>
            </a:r>
            <a:br/>
            <a:r>
              <a:t>    } catch (error) {</a:t>
            </a:r>
            <a:br/>
            <a:r>
              <a:t>      next(error);</a:t>
            </a:r>
            <a:br/>
            <a:r>
              <a:t>    }</a:t>
            </a:r>
            <a:br/>
            <a:r>
              <a:t>  };</a:t>
            </a:r>
            <a:br/>
            <a:br/>
            <a:r>
              <a:t>  // Autres méthodes: getAllUsers, getUserById, updateUser, deleteUser...</a:t>
            </a:r>
            <a:br/>
            <a:r>
              <a:t>}</a:t>
            </a:r>
            <a:br/>
            <a:br/>
            <a:r>
              <a:t>export default new UserController(userService);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Routes - users.router.js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J'ai organisé les routes avec des middlewares : multer pour les uploads, verifyToken pour protéger les routes privées.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// routes/users.router.js</a:t>
            </a:r>
            <a:br/>
            <a:r>
              <a:t>import express from "express";</a:t>
            </a:r>
            <a:br/>
            <a:r>
              <a:t>import multer from "multer";</a:t>
            </a:r>
            <a:br/>
            <a:r>
              <a:t>import userController from "../users/users.controller.js";</a:t>
            </a:r>
            <a:br/>
            <a:r>
              <a:t>import {</a:t>
            </a:r>
            <a:br/>
            <a:r>
              <a:t>  verifyToken,</a:t>
            </a:r>
            <a:br/>
            <a:r>
              <a:t>  verifyPassword,</a:t>
            </a:r>
            <a:br/>
            <a:r>
              <a:t>  clearCookie,</a:t>
            </a:r>
            <a:br/>
            <a:r>
              <a:t>} from "../authentication/authentication.js";</a:t>
            </a:r>
            <a:br/>
            <a:br/>
            <a:r>
              <a:t>const router = express.Router();</a:t>
            </a:r>
            <a:br/>
            <a:r>
              <a:t>const upload = multer({ dest: "uploads/" }); // stockage temporaire</a:t>
            </a:r>
            <a:br/>
            <a:br/>
            <a:r>
              <a:t>// Route protégée - nécessite authentification</a:t>
            </a:r>
            <a:br/>
            <a:r>
              <a:t>router.get("/dashboard", verifyToken, (req, res) =&gt; {</a:t>
            </a:r>
            <a:br/>
            <a:r>
              <a:t>  res.send(`Bienvenue dans votre espace, ${req.user.firstname}`);</a:t>
            </a:r>
            <a:br/>
            <a:r>
              <a:t>});</a:t>
            </a:r>
            <a:br/>
            <a:br/>
            <a:r>
              <a:t>// Routes publiques</a:t>
            </a:r>
            <a:br/>
            <a:r>
              <a:t>router.get("/", userController.getAllUsers);</a:t>
            </a:r>
            <a:br/>
            <a:r>
              <a:t>router.get("/:id", userController.getUserById);</a:t>
            </a:r>
            <a:br/>
            <a:r>
              <a:t>router.post("/register", upload.single("avatar"), userController.createUser);</a:t>
            </a:r>
            <a:br/>
            <a:r>
              <a:t>router.post("/login", upload.none(), verifyPassword);</a:t>
            </a:r>
            <a:br/>
            <a:r>
              <a:t>router.post("/logout", clearCookie);</a:t>
            </a:r>
            <a:br/>
            <a:br/>
            <a:r>
              <a:t>// Routes protégées</a:t>
            </a:r>
            <a:br/>
            <a:r>
              <a:t>router.put("/:id", userController.updateUser);</a:t>
            </a:r>
            <a:br/>
            <a:r>
              <a:t>router.delete("/:id", userController.deleteUser);</a:t>
            </a:r>
            <a:br/>
            <a:br/>
            <a:r>
              <a:t>export default router;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Upload de Fichiers - Cloudinary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C4043"/>
                </a:solidFill>
                <a:latin typeface="Segoe UI"/>
              </a:defRPr>
            </a:pPr>
            <a:r>
              <a:t>☁️ Gestion des images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Architecture de l'upload :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1. Multer reçoit le fichier (multipart/form-data)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2. Stockage temporaire dans /uploads/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3. Upload vers Cloudinary avec transformations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4. Suppression du fichier temporaire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5. Stockage de l'URL Cloudinary en base de données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Avantages Cloudinary :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CDN mondial pour chargement rapide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Transformations automatiques (resize, crop, format)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Optimisation automatique des images (compression, WebP)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Pas de stockage sur le serveur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URL HTTPS sécurisées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C4043"/>
                </a:solidFill>
                <a:latin typeface="Segoe UI"/>
              </a:defRPr>
            </a:pPr>
            <a:r>
              <a:t>Exemple d'URL générée :</a:t>
            </a:r>
          </a:p>
          <a:p>
            <a:pPr>
              <a:spcAft>
                <a:spcPts val="800"/>
              </a:spcAft>
              <a:defRPr sz="1000">
                <a:solidFill>
                  <a:srgbClr val="3C4043"/>
                </a:solidFill>
                <a:latin typeface="Courier New"/>
              </a:defRPr>
            </a:pPr>
            <a:r>
              <a:t>https://res.cloudinary.com/dwkyezu2u/image/upload/</a:t>
            </a:r>
          </a:p>
          <a:p>
            <a:pPr>
              <a:spcAft>
                <a:spcPts val="800"/>
              </a:spcAft>
              <a:defRPr sz="1000">
                <a:solidFill>
                  <a:srgbClr val="3C4043"/>
                </a:solidFill>
                <a:latin typeface="Courier New"/>
              </a:defRPr>
            </a:pPr>
            <a:r>
              <a:t>v1745506223/avatars/user_123.jpg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Sécurité Backend - Bonnes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C4043"/>
                </a:solidFill>
                <a:latin typeface="Segoe UI"/>
              </a:defRPr>
            </a:pPr>
            <a:r>
              <a:t>🔒 Mesures de sécurité implémentées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1. Protection des mots de passe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Hachage Argon2 (algorithme moderne et sécurisé)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Jamais de mot de passe en clair en base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Jamais de mot de passe renvoyé dans les réponses API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2. Authentification JWT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Tokens stockés dans cookies HttpOnly (protection XSS)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SameSite: Strict (protection CSRF)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Secure: true en production (HTTPS uniquement)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Expiration limitée (1 jour)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3. Injection SQL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Requêtes paramétrées (prepared statements)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Jamais de concaténation de strings SQL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4. Validation des données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Validation Joi côté serveur (jamais faire confiance au client)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Vérification des types et formats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Contraintes d'unicité (email) en base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5. Variables d'environnement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Secrets dans .env (JWT_SECRET, DB credentials)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.env exclu de Git (.gitignore)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Compétences Backend Démontrées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C4043"/>
                </a:solidFill>
                <a:latin typeface="Segoe UI"/>
              </a:defRPr>
            </a:pPr>
            <a:r>
              <a:t>✅ Attendus TP DWWM - Backend (Projet CoolBooking)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1. Créer une base de données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Modélisation relationnelle (users, rentals, relations)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MariaDB avec types appropriés et contraintes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Clés primaires, étrangères, index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2. Développer les composants d'accès aux données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Repository pattern pour abstraction des données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Requêtes SQL paramétrées (sécurité injection)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Connection pooling pour performances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Gestion des erreurs et transactions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3. Développer une interface utilisateur web dynamique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API REST complète (CRUD utilisateurs et annonces)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Architecture MVC + Repository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Middlewares Express (auth, validation, upload)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4. Mettre en œuvre la sécurité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Authentification JWT avec cookies HttpOnly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Hachage Argon2 pour mots de passe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Validation des données (Joi)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Protection CORS, XSS, CSRF, injection SQL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Bilan - Partie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C4043"/>
                </a:solidFill>
                <a:latin typeface="Segoe UI"/>
              </a:defRPr>
            </a:pPr>
            <a:r>
              <a:t>🎯 Objectifs atteints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Backend CoolBooking (MariaDB) :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API REST complète et fonctionnelle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Base de données relationnelle bien modélisée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Authentification JWT sécurisée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Architecture propre et maintenable (Repository pattern)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Upload d'images avec Cloudinary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3C4043"/>
                </a:solidFill>
                <a:latin typeface="Segoe UI"/>
              </a:defRPr>
            </a:pPr>
            <a:r>
              <a:t>💪 Points forts démontrés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Maîtrise de Node.js/Express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Compétence en SQL et bases de données relationnelles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Mise en œuvre de la sécurité (JWT, Argon2, validation)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Architecture logicielle (separation of concerns)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Code propre et bien documenté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3C4043"/>
                </a:solidFill>
                <a:latin typeface="Segoe UI"/>
              </a:defRPr>
            </a:pPr>
            <a:r>
              <a:t>📚 Apprentissages clés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Repository pattern pour abstraction des données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Sécurité backend (authentification, validation, protection)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Gestion des fichiers et upload cloud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Bonnes pratiques REST API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3C4043"/>
                </a:solidFill>
                <a:latin typeface="Segoe UI"/>
              </a:defRPr>
            </a:pPr>
            <a:r>
              <a:t>🔄 Perspectives d'amélioration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Tests unitaires et intégration (Jest, Supertest)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Documentation API (Swagger/OpenAPI)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Mise en place de migrations de base de données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• Optimisations performance (cache Redis, indexation)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Conclusion - Dossier Projet Complet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C4043"/>
                </a:solidFill>
                <a:latin typeface="Segoe UI"/>
              </a:defRPr>
            </a:pPr>
            <a:r>
              <a:t>🎓 Synthèse des compétences TP DWWM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1A73E8"/>
                </a:solidFill>
                <a:latin typeface="Segoe UI"/>
              </a:defRPr>
            </a:pPr>
            <a:r>
              <a:t>Frontend (Projet APD) :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Next.js 15, React 19, TailwindCSS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Intégration Strapi CMS headless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Optimisations performance (SSR, ISR, lazy loading)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Responsive design et accessibilité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1A73E8"/>
                </a:solidFill>
                <a:latin typeface="Segoe UI"/>
              </a:defRPr>
            </a:pPr>
            <a:r>
              <a:t>Maquettage (Projet CoolBooking) :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Figma professionnel (wireframes, haute fidélité)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Design system et composants réutilisables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UX design et parcours utilisateurs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34A853"/>
                </a:solidFill>
                <a:latin typeface="Segoe UI"/>
              </a:defRPr>
            </a:pPr>
            <a:r>
              <a:t>Backend (Projet CoolBooking MariaDB) :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Express.js, MariaDB, Repository pattern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Authentification JWT + Argon2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Validation Joi, Upload Cloudinary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  <a:latin typeface="Segoe UI"/>
              </a:defRPr>
            </a:pPr>
            <a:r>
              <a:t>✓ Sécurité et bonnes pratiques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3C4043"/>
                </a:solidFill>
                <a:latin typeface="Segoe UI"/>
              </a:defRPr>
            </a:pPr>
            <a:r>
              <a:t>🚀 Prêt pour le métier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Cette formation m'a permis d'acquérir les compétences techniques et méthodologiques pour exercer le métier de développeur web full-stack avec professionnalisme.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