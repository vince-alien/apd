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7562088" cy="8229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648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Segoe UI Semibold"/>
              </a:defRPr>
            </a:pPr>
            <a:r>
              <a:t>DOSSIER PROJET</a:t>
            </a:r>
            <a:br/>
            <a:r>
              <a:t>TITRE PROFESSIONNEL DWWM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60990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Light"/>
              </a:defRPr>
            </a:pPr>
            <a:r>
              <a:t>Fusion APD (Art et Patrimoine de Doazit) + CoolBooking</a:t>
            </a:r>
            <a:br/>
            <a:r>
              <a:t>Novembre 2025 — Philippe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A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0">
                <a:solidFill>
                  <a:srgbClr val="505050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6647688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Segoe UI Semibold"/>
              </a:defRPr>
            </a:pPr>
            <a:r>
              <a:t>PARTIE APD — Frontend &amp; CMS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Segoe UI Semibold"/>
              </a:defRPr>
            </a:pPr>
            <a:r>
              <a:t>Contexte APD (UFO Agency)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Projet vitrine et blog pour Art et Patrimoine de Doazit (APD).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Stack: Next.js 15, React 19, TailwindCSS, GSAP, Strapi v5, PostgreSQL.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Objectifs: performance, SEO, accessibilité, gestion de contenus.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API Strapi — Exemple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6480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Strapi génère les endpoints REST et sécurise les accès via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// src/api/article/routes/article.ts</a:t>
            </a:r>
            <a:br/>
            <a:r>
              <a:t>export default {</a:t>
            </a:r>
            <a:br/>
            <a:r>
              <a:t>  routes: [</a:t>
            </a:r>
            <a:br/>
            <a:r>
              <a:t>    {</a:t>
            </a:r>
            <a:br/>
            <a:r>
              <a:t>      method: 'GET',</a:t>
            </a:r>
            <a:br/>
            <a:r>
              <a:t>      path: '/articles',</a:t>
            </a:r>
            <a:br/>
            <a:r>
              <a:t>      handler: 'article.find',</a:t>
            </a:r>
            <a:br/>
            <a:r>
              <a:t>    },</a:t>
            </a:r>
            <a:br/>
            <a:r>
              <a:t>  ],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Segoe UI Semibold"/>
              </a:defRPr>
            </a:pPr>
            <a:r>
              <a:t>Maquettage APD &amp; Intégration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Wireframes, charte graphique, responsive.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Composants React pour sections: Accueil, Blog, Association, Partenaires.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Exemples: `BlogSection.jsx`, `PartnerSection.jsx`, `Header.jsx`.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0">
                <a:solidFill>
                  <a:srgbClr val="505050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6647688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Segoe UI Semibold"/>
              </a:defRPr>
            </a:pPr>
            <a:r>
              <a:t>PARTIE COOLBOOKING —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Segoe UI Semibold"/>
              </a:defRPr>
            </a:pPr>
            <a:r>
              <a:t>Contexte CoolBooking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Plateforme de location — démonstration backend complet (Express + MariaDB).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Fonctionnalités: Auth JWT, CRUD utilisateurs/annonces, upload Cloudinary.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Architecture: MVC + Repository, validation Joi, sécurité renforcée.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Point d'entrée Express — app.js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6480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Serveur Express configuré avec middlewares globaux et routes modulaires.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import express from 'express';</a:t>
            </a:r>
            <a:br/>
            <a:r>
              <a:t>import cookieParser from 'cookie-parser';</a:t>
            </a:r>
            <a:br/>
            <a:r>
              <a:t>import cors from 'cors';</a:t>
            </a:r>
            <a:br/>
            <a:r>
              <a:t>import users_router from './routes/users.router.js';</a:t>
            </a:r>
            <a:br/>
            <a:br/>
            <a:r>
              <a:t>const app = express();</a:t>
            </a:r>
            <a:br/>
            <a:r>
              <a:t>app.use(cors());</a:t>
            </a:r>
            <a:br/>
            <a:r>
              <a:t>app.use(express.json());</a:t>
            </a:r>
            <a:br/>
            <a:r>
              <a:t>app.use(cookieParser());</a:t>
            </a:r>
            <a:br/>
            <a:r>
              <a:t>app.use('/users', users_router);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Connexion MariaDB — db.js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6480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Pool de connexions et fonction utilitaire `query()` pour toutes les requêtes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import mysql from 'mysql2/promise';</a:t>
            </a:r>
            <a:br/>
            <a:r>
              <a:t>const pool = mysql.createPool({ host, user, password, database, connectionLimit: 10 });</a:t>
            </a:r>
            <a:br/>
            <a:r>
              <a:t>export async function query(sql, params=[]) {</a:t>
            </a:r>
            <a:br/>
            <a:r>
              <a:t>  const conn = await pool.getConnection();</a:t>
            </a:r>
            <a:br/>
            <a:r>
              <a:t>  try {</a:t>
            </a:r>
            <a:br/>
            <a:r>
              <a:t>    const [rows] = await conn.query(sql, params);</a:t>
            </a:r>
            <a:br/>
            <a:r>
              <a:t>    return [rows];</a:t>
            </a:r>
            <a:br/>
            <a:r>
              <a:t>  } finally { conn.release();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Repository Utilisateurs — users.repository.js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6480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Abstraction de l'accès aux données pour testabilité et maintenance.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import { query } from '../config/db.js';</a:t>
            </a:r>
            <a:br/>
            <a:r>
              <a:t>class UserRepository {</a:t>
            </a:r>
            <a:br/>
            <a:r>
              <a:t>  async getAllUsers() { const [rows] = await query('SELECT id, email FROM users'); return rows; }</a:t>
            </a:r>
            <a:br/>
            <a:r>
              <a:t>  async getUserById(id) { const [r] = await query('SELECT * FROM users WHERE id = ?', [id]); return r[0]; }</a:t>
            </a:r>
            <a:br/>
            <a:r>
              <a:t>  async createUser(data) { const [res] = await query('INSERT INTO users SET ?', [data]); return { id: Number(res.insertId), ...data };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Auth JWT + Argon2 — authentication.js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6480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C4043"/>
                </a:solidFill>
                <a:latin typeface="Segoe UI"/>
              </a:defRPr>
            </a:pPr>
            <a:r>
              <a:t>Sécurisation par cookie HttpOnly et vérification de mot de passe Argon2.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64808" cy="8311896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90488" cy="803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D4D4D4"/>
                </a:solidFill>
                <a:latin typeface="Consolas"/>
              </a:defRPr>
            </a:pPr>
            <a:r>
              <a:t>import jwt from 'jsonwebtoken';</a:t>
            </a:r>
            <a:br/>
            <a:r>
              <a:t>import argon2 from 'argon2';</a:t>
            </a:r>
            <a:br/>
            <a:r>
              <a:t>const token = jwt.sign({ id: user.id }, process.env.JWT_SECRET, { expiresIn: '1d' });</a:t>
            </a:r>
            <a:br/>
            <a:r>
              <a:t>const ok = await argon2.verify(user.password, password);</a:t>
            </a:r>
            <a:br/>
            <a:r>
              <a:t>res.cookie('token', token, { httpOnly: true, sameSite: 'Strict' 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A4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Segoe UI Semibold"/>
              </a:defRPr>
            </a:pPr>
            <a:r>
              <a:t>Sécurité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Joi pour schemas, prepared statements, CORS, cookies sécurisés.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Cloudinary pour images: transformations et CDN HTTPS.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Bonnes pratiques: SRP, séparation des couches, tests à ajouter.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7562088" cy="154533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64768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0">
                <a:solidFill>
                  <a:srgbClr val="505050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6647688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Segoe UI Semibold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562088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647688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Segoe UI Semibold"/>
              </a:defRPr>
            </a:pPr>
            <a:r>
              <a:t>Synthèse &amp; Code Couleur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64808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C1115"/>
                </a:solidFill>
                <a:latin typeface="Segoe UI"/>
              </a:defRPr>
            </a:pPr>
            <a:r>
              <a:t>APD (rouge #ac1115) — Frontend + Strapi</a:t>
            </a:r>
          </a:p>
          <a:p>
            <a:pPr>
              <a:spcAft>
                <a:spcPts val="800"/>
              </a:spcAft>
              <a:defRPr sz="1300" b="1">
                <a:solidFill>
                  <a:srgbClr val="A47764"/>
                </a:solidFill>
                <a:latin typeface="Segoe UI"/>
              </a:defRPr>
            </a:pPr>
            <a:r>
              <a:t>CoolBooking (brun #a47764) — Backend MariaDB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Design modernisé : Segoe UI, sections nettes, blocs code lisibles.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  <a:latin typeface="Segoe UI"/>
              </a:defRPr>
            </a:pPr>
            <a:r>
              <a:t>Document fusionné pour une lecture claire des deux parties.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